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ncesco_Tuppo_1_Led_Innatur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89" y="0"/>
            <a:ext cx="4115622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9144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/>
              <a:t>Led innaturale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ncesca_Tuppo_1_Nessun_Ritorno_Ad_Ita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89" y="0"/>
            <a:ext cx="4115622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9144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/>
              <a:t>Nessun ritorno ad itaca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ncesco_Tuppo_1_Coscienza_In_Fu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5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9144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/>
              <a:t>Coscienza in fumo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