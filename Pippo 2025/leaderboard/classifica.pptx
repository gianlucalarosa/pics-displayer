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400" b="1"/>
              <a:t>Coscienza in fumo</a:t>
            </a:r>
          </a:p>
          <a:p>
            <a:pPr algn="ctr"/>
            <a:r>
              <a:rPr sz="2800" b="0"/>
              <a:t>Francesco tuppo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ncesco_Tuppo_1_Coscienza_In_Fum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5083" y="0"/>
            <a:ext cx="1219416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400" b="1"/>
              <a:t>Nessun ritorno ad itaca</a:t>
            </a:r>
          </a:p>
          <a:p>
            <a:pPr algn="ctr"/>
            <a:r>
              <a:rPr sz="2800" b="0"/>
              <a:t>Francesca tuppo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ncesca_Tuppo_1_Nessun_Ritorno_Ad_Itac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543" y="0"/>
            <a:ext cx="457291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400" b="1"/>
              <a:t>Led innaturale</a:t>
            </a:r>
          </a:p>
          <a:p>
            <a:pPr algn="ctr"/>
            <a:r>
              <a:rPr sz="2800" b="0"/>
              <a:t>Prancesco tuppo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ancesco_Tuppo_1_Led_Innatura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543" y="0"/>
            <a:ext cx="4572914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